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MISIÓN POSIBLE: AGENTE CROSS Confidencial La misión: conectar oportunidades.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Misión Posible: Agente Cross Tu equipo y tú son agentes especiales con una sola misión: identificar, gestionar relaciones de largo plazo y conectar oportunidades entre Executive Search, CL Selection, Talent Solutions y Outplacement Career Services, a fin de conquistar nuevos territorios de negocio. Cada derivación con venta aprobada es una misión cumplida que se acumula para el gran premio.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¡Iniciamos una nueva forma de gestionar en equipo! Objetivo: Fortalecer la colaboración interna entre las 4 unidades de negocio de Cornerstone para impulsar el Cross-Selling. Claves del nuevo enfoque: Mayor trabajo en equipo para la gestión de clientes. Eliminamos las retribuciones económicas entre unidades , priorizando el interés del cliente. Entregamos reconocimiento no monetario , según la tabla de rangos por acumulación de valor $ por los clientes referidos. Mayor foco en asegurar relaciones de largo plazo con el cliente , no solo en el cierre de ventas.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¿Cómo lo implementaremos? Elementos: Agentes Cross: Todos los colaboradores de los equipos de Cornerstone. Misiones: Clientes referidos para acumular montos vendidos por Cross-Selling. Premios: Acumulan las ventas facturadas desde 01.01.2026 hasta el 30.06.2026. El rango es único por la acumulación de venta, un solo premio por persona. Nivel Agente Misiones Premio Asociado Recluta Desde S/ 15,000 Vale de consumo: $50 Táctico Desde S/ 25,000 Vale de consumo: $100 Especial Desde S/ 50,000 Experiencia: Estadía, desayuno, cena, full day, concierto, etc. – Máximo $300 Élite Desde S/ 75,000 Pasaje o paquete de viaje – Máximo $600 Comandante Desde S/ 100,000 Pasaje o paquete de viaje – Máximo $1,200 Leyenda Cross Desde S/ 200,000 Pasaje o paquete de viaje – Máximo $2,500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¿Estás listo? Es una misión en equipo Cuando compartimos oportunidades, cultivamos conexiones verdaderas y creamos un impacto que trasciende personas, equipos y organizaciones.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¡COMENZAMOS! Misión activa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