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2079" cy="7560259"/>
  <p:notesSz cx="7560259" cy="1069207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personalizar: haga doble clic en [NOMBRE DEL GANADOR], escriba el nombre del colaborador y exporte a PDF (Archivo &gt; Exportar &gt; PDF). Duplique la diapositiva para crear un certificado por colaborador.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mbre del ganador"/>
          <p:cNvSpPr txBox="1"/>
          <p:nvPr/>
        </p:nvSpPr>
        <p:spPr>
          <a:xfrm>
            <a:off x="1343025" y="4152900"/>
            <a:ext cx="80105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0D14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[NOMBRE DEL GANADOR]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Certificado Agente Cross</dc:title>
  <dc:subject>PptxGenJS Presentation</dc:subject>
  <dc:creator>PptxGenJS</dc:creator>
  <cp:lastModifiedBy>PptxGenJS</cp:lastModifiedBy>
  <cp:revision>1</cp:revision>
  <dcterms:created xsi:type="dcterms:W3CDTF">2026-10-01T20:27:56Z</dcterms:created>
  <dcterms:modified xsi:type="dcterms:W3CDTF">2026-10-01T20:27:56Z</dcterms:modified>
</cp:coreProperties>
</file>